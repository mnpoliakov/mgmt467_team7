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c7f980c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c7f980c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fbb276d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fbb276d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fc7f980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fc7f980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bb276d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fbb276d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bb276d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bb276d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bb276db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bb276db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bb276db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bb276d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c7f980c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c7f980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5034825" y="2073850"/>
            <a:ext cx="3797400" cy="2995800"/>
          </a:xfrm>
          <a:prstGeom prst="roundRect">
            <a:avLst>
              <a:gd fmla="val 16667" name="adj"/>
            </a:avLst>
          </a:prstGeom>
          <a:solidFill>
            <a:srgbClr val="6F8898"/>
          </a:solidFill>
          <a:ln cap="flat" cmpd="sng" w="9525">
            <a:solidFill>
              <a:srgbClr val="6F88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08675" y="2428775"/>
            <a:ext cx="3567300" cy="2147700"/>
          </a:xfrm>
          <a:prstGeom prst="roundRect">
            <a:avLst>
              <a:gd fmla="val 16667" name="adj"/>
            </a:avLst>
          </a:prstGeom>
          <a:solidFill>
            <a:srgbClr val="5DC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our dataset/api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504075" y="1955700"/>
            <a:ext cx="3117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Our API is from Weatherstack, which provides real-time weather data, including temperature, humidity, wind speed, and UV index.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It supports up to 1,000 API calls per month, which gave us some issues</a:t>
            </a:r>
            <a:endParaRPr>
              <a:solidFill>
                <a:schemeClr val="lt1"/>
              </a:solidFill>
            </a:endParaRPr>
          </a:p>
          <a:p>
            <a:pPr indent="0" lvl="0" marL="914400" rtl="0" algn="ctr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36475" y="2475125"/>
            <a:ext cx="33141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Kaggle </a:t>
            </a:r>
            <a:r>
              <a:rPr lang="en" sz="1800">
                <a:solidFill>
                  <a:schemeClr val="dk1"/>
                </a:solidFill>
              </a:rPr>
              <a:t>dataset</a:t>
            </a:r>
            <a:r>
              <a:rPr lang="en" sz="1800">
                <a:solidFill>
                  <a:schemeClr val="dk1"/>
                </a:solidFill>
              </a:rPr>
              <a:t> contained global weather data with 41 different features, including country, temperature, </a:t>
            </a:r>
            <a:r>
              <a:rPr lang="en" sz="1800">
                <a:solidFill>
                  <a:schemeClr val="dk1"/>
                </a:solidFill>
              </a:rPr>
              <a:t>humidity, and</a:t>
            </a:r>
            <a:r>
              <a:rPr lang="en" sz="1800">
                <a:solidFill>
                  <a:schemeClr val="dk1"/>
                </a:solidFill>
              </a:rPr>
              <a:t> UV index. 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112" y="925000"/>
            <a:ext cx="1785376" cy="134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400" y="1189250"/>
            <a:ext cx="4561075" cy="81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4"/>
          <p:cNvCxnSpPr/>
          <p:nvPr/>
        </p:nvCxnSpPr>
        <p:spPr>
          <a:xfrm>
            <a:off x="4396025" y="1400075"/>
            <a:ext cx="18000" cy="36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Architecture 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1942750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4150" y="1017724"/>
            <a:ext cx="3746051" cy="73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0076" y="1982638"/>
            <a:ext cx="3505575" cy="7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5662" y="2020325"/>
            <a:ext cx="3611881" cy="72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1950" y="3489425"/>
            <a:ext cx="3188976" cy="7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7518" y="3325118"/>
            <a:ext cx="3428151" cy="9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proof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050" y="1607975"/>
            <a:ext cx="681990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163" y="1017725"/>
            <a:ext cx="6777674" cy="41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206175" y="0"/>
            <a:ext cx="8746200" cy="911400"/>
          </a:xfrm>
          <a:prstGeom prst="flowChartAlternateProcess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491850" y="178950"/>
            <a:ext cx="81603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Model Development and Results</a:t>
            </a:r>
            <a:endParaRPr b="1" sz="3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01" name="Google Shape;101;p19"/>
          <p:cNvGrpSpPr/>
          <p:nvPr/>
        </p:nvGrpSpPr>
        <p:grpSpPr>
          <a:xfrm>
            <a:off x="5632317" y="1189775"/>
            <a:ext cx="3305700" cy="3483050"/>
            <a:chOff x="5632317" y="1189775"/>
            <a:chExt cx="3305700" cy="3483050"/>
          </a:xfrm>
        </p:grpSpPr>
        <p:sp>
          <p:nvSpPr>
            <p:cNvPr id="102" name="Google Shape;102;p19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Training and Testing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9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Our model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performed at a higher level than expectations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Yielded an R^2 value of .89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MSE of the model was about 1.36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4" name="Google Shape;104;p19"/>
          <p:cNvGrpSpPr/>
          <p:nvPr/>
        </p:nvGrpSpPr>
        <p:grpSpPr>
          <a:xfrm>
            <a:off x="0" y="1189989"/>
            <a:ext cx="3546900" cy="3482836"/>
            <a:chOff x="0" y="1189989"/>
            <a:chExt cx="3546900" cy="3482836"/>
          </a:xfrm>
        </p:grpSpPr>
        <p:sp>
          <p:nvSpPr>
            <p:cNvPr id="105" name="Google Shape;105;p19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Combining Datasets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As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previously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mentioned, we used 2 sources of data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Combined the kaggle data and weathercast data into one dataset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Used features from both datasets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" name="Google Shape;107;p19"/>
          <p:cNvGrpSpPr/>
          <p:nvPr/>
        </p:nvGrpSpPr>
        <p:grpSpPr>
          <a:xfrm>
            <a:off x="2944204" y="1189775"/>
            <a:ext cx="3305700" cy="3483050"/>
            <a:chOff x="2944204" y="1189775"/>
            <a:chExt cx="3305700" cy="3483050"/>
          </a:xfrm>
        </p:grpSpPr>
        <p:sp>
          <p:nvSpPr>
            <p:cNvPr id="108" name="Google Shape;108;p19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 Selection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Used a boosted tree regressor model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This model type ensures it eliminates extra noise from the data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Our target variable has non-linear relationships with other variables in the dataset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